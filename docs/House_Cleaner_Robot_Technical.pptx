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Framing: this is a contract-driven autonomy stack. The mission layer never imports simulator code, which is what makes the sim-to-real swap a launch argument rather than a rewrite.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principles are the review checklist. Any proposed change that breaks one of them (e.g. importing simulator internals into the supervisor) is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chain left to right. The key point: controller_server is remapped to cmd_vel_nav so its raw output never reaches the robot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highest-value slide for anyone porting the stack to a new distro. Symptom is 'no motion, no errors'.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Without step 5 the controller accepts a goal while the velocity chain is dead. That looks like a stall, which fed a watchdog restart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geometry.py is deliberately ROS-free so the coverage maths can be unit-tested headlessly. Function names are the real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 weights are the actual YAML values. The 0.0 on PreferForward is a deliberate choice with a documented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parameters caused multi-day bugs: the SLAM travel gate and track_unknown_space on the local costmap.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FSM is the spine of the supervisor. Each transition has a single observable condition, which is what makes it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Statuses are the real string values returned by send_goal(). NAV_SILENT and VEL_STALL are project-specific detectors layered on top of Nav2's statuses.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debouncing: the chain probe needs two consecutive hits, and any progress marker resets the stuck-pattern counter. Unhysteretic watchdogs caused restart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independent latches means a single sensor lie cannot fake a seat. The service interface is the real .srv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genuinely counter-intuitive result: the safety feature caused the deadlock. Worth dwelling on for a technical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rates are re-read every tick, so a live mission can be sped up without relaunch. The 0–1 percentage convention is a classic integration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kill order is a real bug that was fixed: removing the container while the watchdog was alive triggered an unwanted relaunch.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engineering principles, then point at DOCUMENTATION.md for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95728"/>
          </a:xfrm>
          <a:prstGeom prst="rect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8229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Calibri"/>
              </a:rPr>
              <a:t>House Cleaner Robot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17904"/>
            <a:ext cx="105156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 i="0">
                <a:solidFill>
                  <a:srgbClr val="BFD4EE"/>
                </a:solidFill>
                <a:latin typeface="Calibri"/>
              </a:rPr>
              <a:t>Autonomous coverage cleaning — ROS 2 + Nav2 + Gazebo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98064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5A6472"/>
                </a:solidFill>
                <a:latin typeface="Calibri"/>
              </a:rPr>
              <a:t>Architecture, control stack, and the failure modes that were measured and fixed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639312"/>
            <a:ext cx="2615184" cy="148132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" y="3749039"/>
            <a:ext cx="23591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F6FB2"/>
                </a:solidFill>
                <a:latin typeface="Calibri"/>
              </a:rPr>
              <a:t>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4096512"/>
            <a:ext cx="23591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2B50"/>
                </a:solidFill>
                <a:latin typeface="Calibri"/>
              </a:rPr>
              <a:t>NavigateToPose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4462272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onsolas"/>
              </a:rPr>
              <a:t>/navigate_to_pose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639312"/>
            <a:ext cx="2615184" cy="148132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9896" y="3749039"/>
            <a:ext cx="23591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78F54"/>
                </a:solidFill>
                <a:latin typeface="Calibri"/>
              </a:rPr>
              <a:t>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4096512"/>
            <a:ext cx="23591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2B50"/>
                </a:solidFill>
                <a:latin typeface="Calibri"/>
              </a:rPr>
              <a:t>CreepToDock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9896" y="4462272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onsolas"/>
              </a:rPr>
              <a:t>/creep_to_dock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639312"/>
            <a:ext cx="2615184" cy="148132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3749039"/>
            <a:ext cx="23591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07B1B"/>
                </a:solidFill>
                <a:latin typeface="Calibri"/>
              </a:rPr>
              <a:t>TOPIC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4096512"/>
            <a:ext cx="23591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2B50"/>
                </a:solidFill>
                <a:latin typeface="Calibri"/>
              </a:rPr>
              <a:t>BatteryState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4462272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onsolas"/>
              </a:rPr>
              <a:t>/battery_state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98280" y="3639312"/>
            <a:ext cx="2615184" cy="148132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26296" y="3749039"/>
            <a:ext cx="23591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6B4CA8"/>
                </a:solidFill>
                <a:latin typeface="Calibri"/>
              </a:rPr>
              <a:t>TOPIC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4096512"/>
            <a:ext cx="23591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42B50"/>
                </a:solidFill>
                <a:latin typeface="Calibri"/>
              </a:rPr>
              <a:t>Bool (latched)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6296" y="4462272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onsolas"/>
              </a:rPr>
              <a:t>/dock/seated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Every subsystem communicates only through these contracts — which is why mode:=sim and mode:=real run the same supervisor.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Scope &amp;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What this system is, and the constraints it was built 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2/16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16736"/>
            <a:ext cx="2670048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16736"/>
            <a:ext cx="68580" cy="3931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444752"/>
            <a:ext cx="22494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6FB2"/>
                </a:solidFill>
                <a:latin typeface="Calibri"/>
              </a:rPr>
              <a:t>1.  Hardware-agnostic mission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920240"/>
            <a:ext cx="224942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The supervisor talks only to Nav2 actions, ROS topics and two custom services. battery_sim and battery_hw are interchangeable backends behind the same /battery_state + /dock/state contract.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1316736"/>
            <a:ext cx="2670048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316736"/>
            <a:ext cx="68580" cy="3931920"/>
          </a:xfrm>
          <a:prstGeom prst="rect">
            <a:avLst/>
          </a:prstGeom>
          <a:solidFill>
            <a:srgbClr val="6B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444752"/>
            <a:ext cx="22494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B4CA8"/>
                </a:solidFill>
                <a:latin typeface="Calibri"/>
              </a:rPr>
              <a:t>2.  Portability by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1920240"/>
            <a:ext cx="224942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No hardcoded distro, username or path. ros-distro.sh resolves ROS_DISTRO, CONTAINER_NAME and IMAGE_NAME from what is installed; every script sources 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316736"/>
            <a:ext cx="2670048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316736"/>
            <a:ext cx="68580" cy="3931920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444752"/>
            <a:ext cx="22494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B1B"/>
                </a:solidFill>
                <a:latin typeface="Calibri"/>
              </a:rPr>
              <a:t>3.  Fail-fast, then skip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224942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A bad coverage cell costs one bounded timeout (45 s) or a detector trip (~15 s — NAV_SILENT). It never blocks the mission.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1316736"/>
            <a:ext cx="2670048" cy="3931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88552" y="1316736"/>
            <a:ext cx="68580" cy="3931920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8008" y="1444752"/>
            <a:ext cx="2249424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8F54"/>
                </a:solidFill>
                <a:latin typeface="Calibri"/>
              </a:rPr>
              <a:t>4.  Single safety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8" y="1920240"/>
            <a:ext cx="224942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Both Nav2 output and the docking creep are published to /cmd_vel_nav, so velocity_smoother and collision_monitor gate every command.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Stack: ROS 2 (rclpy) · Gazebo · slam_toolbox · Nav2 (MPPI + NavFn) · ros_gz_bridge · Foxglove ·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Node graph &amp; topic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Processes, the interfaces between them, and the direction of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3/16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80160"/>
            <a:ext cx="32461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80160"/>
            <a:ext cx="68580" cy="1207008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389888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A6472"/>
                </a:solidFill>
                <a:latin typeface="Calibri"/>
              </a:rPr>
              <a:t>Simulation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737360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gz sim (house_room.world)
ros_gz_bridge → /scan /odom /tf /clock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15184"/>
            <a:ext cx="3246120" cy="12070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615184"/>
            <a:ext cx="68580" cy="1207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24912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Calibri"/>
              </a:rPr>
              <a:t>Localization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072384"/>
            <a:ext cx="29260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slam_toolbox (async)
→ /map  +  map→odom TF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50208"/>
            <a:ext cx="3246120" cy="17007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950208"/>
            <a:ext cx="68580" cy="1700784"/>
          </a:xfrm>
          <a:prstGeom prst="rect">
            <a:avLst/>
          </a:prstGeom>
          <a:solidFill>
            <a:srgbClr val="6B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059936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6B4CA8"/>
                </a:solidFill>
                <a:latin typeface="Calibri"/>
              </a:rPr>
              <a:t>Application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407408"/>
            <a:ext cx="2926080" cy="11338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mission_supervisor
battery_sim  (or battery_hw)
docking_controller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1280160"/>
            <a:ext cx="7589520" cy="437083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1104" y="1371600"/>
            <a:ext cx="7132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A6472"/>
                </a:solidFill>
                <a:latin typeface="Calibri"/>
              </a:rPr>
              <a:t>Nav2 lifecycle stack (brought up by retry loop, not lifecycle_manager)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61104" y="1755648"/>
            <a:ext cx="715060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61104" y="1755648"/>
            <a:ext cx="64008" cy="5120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1755648"/>
            <a:ext cx="2240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bt_navigator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755648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NavigateToPose  →  behavior tree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61104" y="2340864"/>
            <a:ext cx="715060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2340864"/>
            <a:ext cx="64008" cy="512064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2340864"/>
            <a:ext cx="2240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planner_server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2280" y="2340864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NavFn Dijkstra  →  /plan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61104" y="2926080"/>
            <a:ext cx="715060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1104" y="2926080"/>
            <a:ext cx="64008" cy="512064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2" y="2926080"/>
            <a:ext cx="2240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8F54"/>
                </a:solidFill>
                <a:latin typeface="Consolas"/>
              </a:rPr>
              <a:t>controller_server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2926080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MPPI  →  /cmd_vel_nav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61104" y="3511296"/>
            <a:ext cx="715060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1104" y="3511296"/>
            <a:ext cx="64008" cy="512064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272" y="3511296"/>
            <a:ext cx="2240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78F54"/>
                </a:solidFill>
                <a:latin typeface="Consolas"/>
              </a:rPr>
              <a:t>behavior_server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511296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spin / backup / drive_on_heading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61104" y="4096512"/>
            <a:ext cx="715060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61104" y="4096512"/>
            <a:ext cx="64008" cy="512064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2" y="4096512"/>
            <a:ext cx="2240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07B1B"/>
                </a:solidFill>
                <a:latin typeface="Consolas"/>
              </a:rPr>
              <a:t>velocity_smoother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096512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/cmd_vel_nav  →  /cmd_vel_smoothed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61104" y="4681728"/>
            <a:ext cx="7150608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61104" y="4681728"/>
            <a:ext cx="64008" cy="5120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2272" y="4681728"/>
            <a:ext cx="2240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0392B"/>
                </a:solidFill>
                <a:latin typeface="Consolas"/>
              </a:rPr>
              <a:t>collision_monitor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12280" y="4681728"/>
            <a:ext cx="448056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onsolas"/>
              </a:rPr>
              <a:t>/cmd_vel_smoothed  →  /cmd_vel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4" y="5321808"/>
            <a:ext cx="715060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onsolas"/>
              </a:rPr>
              <a:t>/cmd_vel  →  ros_gz_bridge  →  gz DiffDrive plugin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Config is bind-mounted, so src/ and YAML edits need no rebuild — relaunch picks them up (symlink-install).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The velocity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Four stages, one message type — and the bug that breaks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4/16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778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453896"/>
            <a:ext cx="24505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8F54"/>
                </a:solidFill>
                <a:latin typeface="Calibri"/>
              </a:rPr>
              <a:t>controller / behavior / docking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7393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/cmd_vel_nav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319272" y="1700784"/>
            <a:ext cx="201168" cy="237744"/>
          </a:xfrm>
          <a:prstGeom prst="rightArrow">
            <a:avLst/>
          </a:prstGeom>
          <a:solidFill>
            <a:srgbClr val="9F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371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7780">
            <a:solidFill>
              <a:srgbClr val="E0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21024" y="1453896"/>
            <a:ext cx="24505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07B1B"/>
                </a:solidFill>
                <a:latin typeface="Calibri"/>
              </a:rPr>
              <a:t>velocity_smoother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177393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/cmd_vel_smoothed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53912" y="1700784"/>
            <a:ext cx="201168" cy="237744"/>
          </a:xfrm>
          <a:prstGeom prst="rightArrow">
            <a:avLst/>
          </a:prstGeom>
          <a:solidFill>
            <a:srgbClr val="9F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453896"/>
            <a:ext cx="24505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collision_monitor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177393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/cmd_vel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88552" y="1700784"/>
            <a:ext cx="201168" cy="237744"/>
          </a:xfrm>
          <a:prstGeom prst="rightArrow">
            <a:avLst/>
          </a:prstGeom>
          <a:solidFill>
            <a:srgbClr val="9FB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778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453896"/>
            <a:ext cx="245059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6472"/>
                </a:solidFill>
                <a:latin typeface="Calibri"/>
              </a:rPr>
              <a:t>ros_gz_bridge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773936"/>
            <a:ext cx="24505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gz.msgs.Twist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2542032"/>
            <a:ext cx="11064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A6472"/>
                </a:solidFill>
                <a:latin typeface="Calibri"/>
              </a:rPr>
              <a:t>Rates: 20 Hz controller · 20 Hz smoother · 20 Hz monitor · collision_monitor source_timeout 3.0 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2980944"/>
            <a:ext cx="5440680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3108960"/>
            <a:ext cx="49834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Failure mode: type mismatch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3474720"/>
            <a:ext cx="498348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Newer distros default enable_stamped_cmd_vel: true (TwistStamped). velocity_smoother, collision_monitor and the gz bridge all speak plain geometry_msgs/Twist, so the smoother receives nothing and the robot never moves — with no error logged anywhere.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2980944"/>
            <a:ext cx="5431536" cy="22311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37376" y="3108960"/>
            <a:ext cx="497433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78F54"/>
                </a:solidFill>
                <a:latin typeface="Calibri"/>
              </a:rPr>
              <a:t>Fix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7376" y="3456432"/>
            <a:ext cx="4974336" cy="1572768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0256" y="3584448"/>
            <a:ext cx="4608576" cy="1316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controller_server: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ros__parameters: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    enable_stamped_cmd_vel: false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behavior_server:   # same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velocity_smoother: # same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E6EDF6"/>
                </a:solidFill>
                <a:latin typeface="Consolas"/>
              </a:rPr>
              <a:t>collision_monitor: # same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Rule: every stage in the chain must agree on the message type. Verified with ros2 topic hz on each stage.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Startup &amp; the lifecycle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Why goals are not sent until three nodes report ACTIVE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5/16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68580" cy="676656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98448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A6472"/>
                </a:solidFill>
                <a:latin typeface="Calibri"/>
              </a:rPr>
              <a:t>1. gz sim + 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298448"/>
            <a:ext cx="76992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Gazebo starts, bridge republishes /clock /scan /odom /tf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048256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48256"/>
            <a:ext cx="68580" cy="6766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48256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B2"/>
                </a:solidFill>
                <a:latin typeface="Calibri"/>
              </a:rPr>
              <a:t>2. slam_toolbox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48256"/>
            <a:ext cx="76992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configure + activate via retry loop (120×1 s). No Bond server, so no lifecycle_manager.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98064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798064"/>
            <a:ext cx="68580" cy="67665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98064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FB2"/>
                </a:solidFill>
                <a:latin typeface="Calibri"/>
              </a:rPr>
              <a:t>3. Nav2 nodes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798064"/>
            <a:ext cx="76992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8 nodes, each configure then activate, retried. Ends with the READY marker.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47872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547872"/>
            <a:ext cx="68580" cy="676656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547872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07B1B"/>
                </a:solidFill>
                <a:latin typeface="Calibri"/>
              </a:rPr>
              <a:t>4. Supervisor wait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547872"/>
            <a:ext cx="76992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Concurrent wait on /map AND the NavigateToPose action server, 180 s cap.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297680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297680"/>
            <a:ext cx="68580" cy="676656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297680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8F54"/>
                </a:solidFill>
                <a:latin typeface="Calibri"/>
              </a:rPr>
              <a:t>5. ACTIVE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297680"/>
            <a:ext cx="76992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Polls get_state on bt_navigator, velocity_smoother, collision_monitor; requires id == 3.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47488"/>
            <a:ext cx="1106424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047488"/>
            <a:ext cx="68580" cy="676656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47488"/>
            <a:ext cx="27889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78F54"/>
                </a:solidFill>
                <a:latin typeface="Calibri"/>
              </a:rPr>
              <a:t>6. Plan + first goal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047488"/>
            <a:ext cx="7699248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Coverage goals built from the live map; goal 1 gets a 90 s timeout.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Cause of the gate: the NavigateToPose server is advertised before the node is ACTIVE, and velocity_smoother/collision_monitor activate LAST.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Coverage planning: boustrophedon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Pure-Python geometry in house_cleaner_core, unit-testable without 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6/16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16736"/>
            <a:ext cx="5943600" cy="416052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943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A6472"/>
                </a:solidFill>
                <a:latin typeface="Calibri"/>
              </a:rPr>
              <a:t>row endpoints become navigation goals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83080"/>
            <a:ext cx="525780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42B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-Right Arrow 8"/>
          <p:cNvSpPr/>
          <p:nvPr/>
        </p:nvSpPr>
        <p:spPr>
          <a:xfrm>
            <a:off x="1051560" y="1992738"/>
            <a:ext cx="4983480" cy="64008"/>
          </a:xfrm>
          <a:prstGeom prst="leftRight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60720" y="2150406"/>
            <a:ext cx="164592" cy="1645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-Right Arrow 10"/>
          <p:cNvSpPr/>
          <p:nvPr/>
        </p:nvSpPr>
        <p:spPr>
          <a:xfrm>
            <a:off x="1051560" y="2476064"/>
            <a:ext cx="4983480" cy="64008"/>
          </a:xfrm>
          <a:prstGeom prst="leftRight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80" y="2314737"/>
            <a:ext cx="164592" cy="1645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-Right Arrow 12"/>
          <p:cNvSpPr/>
          <p:nvPr/>
        </p:nvSpPr>
        <p:spPr>
          <a:xfrm>
            <a:off x="1051560" y="2959390"/>
            <a:ext cx="4983480" cy="64008"/>
          </a:xfrm>
          <a:prstGeom prst="leftRight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60720" y="3117058"/>
            <a:ext cx="164592" cy="1645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-Right Arrow 14"/>
          <p:cNvSpPr/>
          <p:nvPr/>
        </p:nvSpPr>
        <p:spPr>
          <a:xfrm>
            <a:off x="1051560" y="3442716"/>
            <a:ext cx="4983480" cy="64008"/>
          </a:xfrm>
          <a:prstGeom prst="leftRight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126480" y="3281389"/>
            <a:ext cx="164592" cy="1645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-Right Arrow 16"/>
          <p:cNvSpPr/>
          <p:nvPr/>
        </p:nvSpPr>
        <p:spPr>
          <a:xfrm>
            <a:off x="1051560" y="3926041"/>
            <a:ext cx="4983480" cy="64008"/>
          </a:xfrm>
          <a:prstGeom prst="leftRight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60720" y="4083709"/>
            <a:ext cx="164592" cy="1645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-Right Arrow 18"/>
          <p:cNvSpPr/>
          <p:nvPr/>
        </p:nvSpPr>
        <p:spPr>
          <a:xfrm>
            <a:off x="1051560" y="4409367"/>
            <a:ext cx="4983480" cy="64008"/>
          </a:xfrm>
          <a:prstGeom prst="leftRight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126480" y="4248040"/>
            <a:ext cx="164592" cy="1645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eft-Right Arrow 20"/>
          <p:cNvSpPr/>
          <p:nvPr/>
        </p:nvSpPr>
        <p:spPr>
          <a:xfrm>
            <a:off x="1051560" y="4892693"/>
            <a:ext cx="4983480" cy="64008"/>
          </a:xfrm>
          <a:prstGeom prst="leftRightArrow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0" y="5050361"/>
            <a:ext cx="164592" cy="1645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230368"/>
            <a:ext cx="5943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78F54"/>
                </a:solidFill>
                <a:latin typeface="Calibri"/>
              </a:rPr>
              <a:t>two goals per row, alternating yaw (0 / π)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93408" y="1316736"/>
            <a:ext cx="4937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93408" y="1316736"/>
            <a:ext cx="68580" cy="1005840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1444752"/>
            <a:ext cx="451713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8F54"/>
                </a:solidFill>
                <a:latin typeface="Calibri"/>
              </a:rPr>
              <a:t>coverage_bounds(grid, 0.55)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1920240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Coverage rectangle from the SLAM map window, inset 0.55 m to clear the 0.30 m inflation band.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93408" y="2395728"/>
            <a:ext cx="4937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93408" y="2395728"/>
            <a:ext cx="68580" cy="1005840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2523744"/>
            <a:ext cx="451713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8F54"/>
                </a:solidFill>
                <a:latin typeface="Calibri"/>
              </a:rPr>
              <a:t>build_boustrophedon(bounds, 0.45)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4" y="2999232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Rows 0.45 m apart; each row contributes its two endpoints, with alternating yaw.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93408" y="3474720"/>
            <a:ext cx="4937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93408" y="3474720"/>
            <a:ext cx="68580" cy="1005840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3602736"/>
            <a:ext cx="451713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8F54"/>
                </a:solidFill>
                <a:latin typeface="Calibri"/>
              </a:rPr>
              <a:t>snap_to_free_row(grid, x, 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4078224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Plan-time snap: nearest cell with 0 ≤ occupancy &lt; 50; unknown (-1) is never a goal.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93408" y="4553712"/>
            <a:ext cx="493776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93408" y="4553712"/>
            <a:ext cx="68580" cy="1005840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12864" y="4681728"/>
            <a:ext cx="451713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78F54"/>
                </a:solidFill>
                <a:latin typeface="Calibri"/>
              </a:rPr>
              <a:t>revalidate_goal(...) before every goal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5157216"/>
            <a:ext cx="4517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Re-checks the newest costmap, sweeps ±2 m along the row, or drops the goal with a reason.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Static furniture AABBs are excluded twice: at plan time (in_furniture_keepout) and again at goal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Planning &amp; control: NavFn + MPPI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Global grid search, then a sampling-based local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7/16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16736"/>
            <a:ext cx="553212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26464"/>
            <a:ext cx="5074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6FB2"/>
                </a:solidFill>
                <a:latin typeface="Calibri"/>
              </a:rPr>
              <a:t>planner_server · NavFn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5074920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Dijkstra expansion over the global costmap, then backtrack. allow_unknown: true (early SLAM map is mostly unknown). tolerance: 0.30 — must stay ≤ the goal checker's xy tolerance or the goal can never be satisfied.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316736"/>
            <a:ext cx="5340096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426464"/>
            <a:ext cx="48828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8F54"/>
                </a:solidFill>
                <a:latin typeface="Calibri"/>
              </a:rPr>
              <a:t>controller_server · MPPI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810512"/>
            <a:ext cx="4882896" cy="1481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333D49"/>
                </a:solidFill>
                <a:latin typeface="Calibri"/>
              </a:rPr>
              <a:t>Samples noisy velocity rollouts, scores them with weighted critics, and averages the best. batch_size 600 · time_steps 56 × model_dt 0.05 s (2.8 s horizon) · temperature 0.5 · gamma 0.015 · 20 Hz.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529584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B50"/>
                </a:solidFill>
                <a:latin typeface="Calibri"/>
              </a:rPr>
              <a:t>MPPI critics and weights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PathAlign 14.0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75104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PathFollow 7.0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78F54"/>
                </a:solidFill>
                <a:latin typeface="Calibri"/>
              </a:rPr>
              <a:t>Goal 5.0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91456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8032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178F54"/>
                </a:solidFill>
                <a:latin typeface="Calibri"/>
              </a:rPr>
              <a:t>Constraint 4.0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E0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07B1B"/>
                </a:solidFill>
                <a:latin typeface="Calibri"/>
              </a:rPr>
              <a:t>Cost 3.5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07808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E0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44384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07B1B"/>
                </a:solidFill>
                <a:latin typeface="Calibri"/>
              </a:rPr>
              <a:t>GoalAngle 3.0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6B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6B4CA8"/>
                </a:solidFill>
                <a:latin typeface="Calibri"/>
              </a:rPr>
              <a:t>PathAngle 2.0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24160" y="3877056"/>
            <a:ext cx="1335024" cy="5486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60736" y="3877056"/>
            <a:ext cx="126187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C0392B"/>
                </a:solidFill>
                <a:latin typeface="Calibri"/>
              </a:rPr>
              <a:t>PreferForward 0.0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590288"/>
            <a:ext cx="11064240" cy="1078992"/>
          </a:xfrm>
          <a:prstGeom prst="roundRect">
            <a:avLst>
              <a:gd name="adj" fmla="val 12000"/>
            </a:avLst>
          </a:prstGeom>
          <a:solidFill>
            <a:srgbClr val="FFF4E0"/>
          </a:solidFill>
          <a:ln w="15875">
            <a:solidFill>
              <a:srgbClr val="F0D2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90288"/>
            <a:ext cx="10552176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540A"/>
                </a:solidFill>
                <a:latin typeface="Calibri"/>
              </a:rPr>
              <a:t>Consequence of PreferForward = 0.0: reverse is free, which is what lets the robot back out of furniture corners. The trade-off is that the cost gradient can vanish near a goal, so MPPI may stop ~0.28 m short — hence xy_goal_tolerance 0.30 and the NAV_SILENT detector.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SLAM &amp; costmaps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slam_toolbox scan matching, and the costmap that feeds NavFn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8/16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16736"/>
            <a:ext cx="5532120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26464"/>
            <a:ext cx="5074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6FB2"/>
                </a:solidFill>
                <a:latin typeface="Calibri"/>
              </a:rPr>
              <a:t>slam_toolbox (async)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810512"/>
            <a:ext cx="507492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42B50"/>
                </a:solidFill>
                <a:latin typeface="Calibri"/>
              </a:rPr>
              <a:t>resolution 0.05 m, mode: mapping, scan_period 0.1 s
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42B50"/>
                </a:solidFill>
                <a:latin typeface="Consolas"/>
              </a:rPr>
              <a:t>minimum_travel_distance 0.15 m
minimum_travel_heading 0.20 rad
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42B50"/>
                </a:solidFill>
                <a:latin typeface="Calibri"/>
              </a:rPr>
              <a:t>Both must stay BELOW the 0.48 m undock move. At the original 0.5 m the final undock never triggered a scan match, so map→odom stayed stale, the robot's map pose sat inside the dock's lethal cells, and the planner failed with “Failed to create plan” on every 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316736"/>
            <a:ext cx="5340096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426464"/>
            <a:ext cx="4882896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78F54"/>
                </a:solidFill>
                <a:latin typeface="Calibri"/>
              </a:rPr>
              <a:t>Costmap layers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8816" y="1865376"/>
            <a:ext cx="4882896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38544" y="186537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8F54"/>
                </a:solidFill>
                <a:latin typeface="Consolas"/>
              </a:rPr>
              <a:t>static_layer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65376"/>
            <a:ext cx="2834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D49"/>
                </a:solidFill>
                <a:latin typeface="Calibri"/>
              </a:rPr>
              <a:t>from /map, transient_local subscription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28816" y="2414016"/>
            <a:ext cx="4882896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38544" y="241401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8F54"/>
                </a:solidFill>
                <a:latin typeface="Consolas"/>
              </a:rPr>
              <a:t>obstacle_layer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14016"/>
            <a:ext cx="2834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D49"/>
                </a:solidFill>
                <a:latin typeface="Calibri"/>
              </a:rPr>
              <a:t>/scan, marking + clearing, raycast 3.0 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8816" y="2962656"/>
            <a:ext cx="4882896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38544" y="296265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8F54"/>
                </a:solidFill>
                <a:latin typeface="Consolas"/>
              </a:rPr>
              <a:t>inflation_layer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962656"/>
            <a:ext cx="2834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D49"/>
                </a:solidFill>
                <a:latin typeface="Calibri"/>
              </a:rPr>
              <a:t>radius 0.30 m, cost_scaling_factor 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28816" y="3511296"/>
            <a:ext cx="4882896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38544" y="351129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78F54"/>
                </a:solidFill>
                <a:latin typeface="Consolas"/>
              </a:rPr>
              <a:t>robot_radius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511296"/>
            <a:ext cx="28346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D49"/>
                </a:solidFill>
                <a:latin typeface="Calibri"/>
              </a:rPr>
              <a:t>0.105 m (Burger)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8816" y="4297680"/>
            <a:ext cx="4882896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Critical difference: global_costmap uses track_unknown_space: true, but local_costmap uses false. With true, the rolling window stays ~97% unknown, MPPI treats it as blocked and the robot never moves.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inflation_radius 0.30 m is why coverage goals need a 0.55 m margin — goals must not land inside the inflation band.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Mission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mission_supervisor: the top-level FSM and its guards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9/16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35024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3350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6472"/>
                </a:solidFill>
                <a:latin typeface="Consolas"/>
              </a:rPr>
              <a:t>INIT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066544" y="1554480"/>
            <a:ext cx="146304" cy="219456"/>
          </a:xfrm>
          <a:prstGeom prst="rightArrow">
            <a:avLst/>
          </a:prstGeom>
          <a:solidFill>
            <a:srgbClr val="A9B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31136" y="1335024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13350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F6FB2"/>
                </a:solidFill>
                <a:latin typeface="Consolas"/>
              </a:rPr>
              <a:t>CLEANING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30752" y="1554480"/>
            <a:ext cx="146304" cy="219456"/>
          </a:xfrm>
          <a:prstGeom prst="rightArrow">
            <a:avLst/>
          </a:prstGeom>
          <a:solidFill>
            <a:srgbClr val="A9B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95344" y="1335024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13350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07B1B"/>
                </a:solidFill>
                <a:latin typeface="Consolas"/>
              </a:rPr>
              <a:t>RETURNING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94960" y="1554480"/>
            <a:ext cx="146304" cy="219456"/>
          </a:xfrm>
          <a:prstGeom prst="rightArrow">
            <a:avLst/>
          </a:prstGeom>
          <a:solidFill>
            <a:srgbClr val="A9B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559552" y="1335024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6B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96128" y="13350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4CA8"/>
                </a:solidFill>
                <a:latin typeface="Consolas"/>
              </a:rPr>
              <a:t>DOCKING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59168" y="1554480"/>
            <a:ext cx="146304" cy="219456"/>
          </a:xfrm>
          <a:prstGeom prst="rightArrow">
            <a:avLst/>
          </a:prstGeom>
          <a:solidFill>
            <a:srgbClr val="A9B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223760" y="1335024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13350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78F54"/>
                </a:solidFill>
                <a:latin typeface="Consolas"/>
              </a:rPr>
              <a:t>CHARGING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23376" y="1554480"/>
            <a:ext cx="146304" cy="219456"/>
          </a:xfrm>
          <a:prstGeom prst="rightArrow">
            <a:avLst/>
          </a:prstGeom>
          <a:solidFill>
            <a:srgbClr val="A9B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87968" y="1335024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24544" y="13350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07B1B"/>
                </a:solidFill>
                <a:latin typeface="Consolas"/>
              </a:rPr>
              <a:t>UNDOCKING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387584" y="1554480"/>
            <a:ext cx="146304" cy="219456"/>
          </a:xfrm>
          <a:prstGeom prst="rightArrow">
            <a:avLst/>
          </a:prstGeom>
          <a:solidFill>
            <a:srgbClr val="A9B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552176" y="1335024"/>
            <a:ext cx="1481328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88752" y="1335024"/>
            <a:ext cx="140817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5A6472"/>
                </a:solidFill>
                <a:latin typeface="Consolas"/>
              </a:rPr>
              <a:t>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139696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B50"/>
                </a:solidFill>
                <a:latin typeface="Calibri"/>
              </a:rPr>
              <a:t>Transitions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468880"/>
            <a:ext cx="11064240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2468880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CLEANING → RETURNING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2468880"/>
            <a:ext cx="7269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battery ≤ low_threshold (40%) — watchdog timer cancels the in-flight goal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3017520"/>
            <a:ext cx="11064240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3017520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RETURNING → DOCKING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017520"/>
            <a:ext cx="7269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an approach pose reached → /creep_to_dock service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566160"/>
            <a:ext cx="11064240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3566160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DOCKING → CHARGING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3566160"/>
            <a:ext cx="7269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response.seated == true → /dock/command CMD_START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114800"/>
            <a:ext cx="11064240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114800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CHARGING → UNDOCKING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114800"/>
            <a:ext cx="7269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percentage ≥ 95% → CMD_STOP → /undock Trigger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4663440"/>
            <a:ext cx="11064240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" y="4663440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UNDOCKING → CLEANING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663440"/>
            <a:ext cx="7269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verified reverse motion ≥ 0.24 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212080"/>
            <a:ext cx="11064240" cy="4754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5212080"/>
            <a:ext cx="32004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F6FB2"/>
                </a:solidFill>
                <a:latin typeface="Consolas"/>
              </a:rPr>
              <a:t>any → DONE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5212080"/>
            <a:ext cx="7269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battery ≤ 1% and not seated (hard abort)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mission.loop := true restarts coverage after the final dock — used for soak testing and demos.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Goal timeouts &amp; the result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Every reachable outcome of a NavigateToPose call has a handler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10/16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181051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1810512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444752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2B50"/>
                </a:solidFill>
                <a:latin typeface="Calibri"/>
              </a:rPr>
              <a:t>CLEANING goal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773936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Calibri"/>
              </a:rPr>
              <a:t>90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2121408"/>
            <a:ext cx="15910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alibri"/>
              </a:rPr>
              <a:t>cold start: map/TF still maturing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32304" y="1298448"/>
            <a:ext cx="181051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32304" y="1298448"/>
            <a:ext cx="1810512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42032" y="1444752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2B50"/>
                </a:solidFill>
                <a:latin typeface="Calibri"/>
              </a:rPr>
              <a:t>CLEANING goals 2..n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773936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Calibri"/>
              </a:rPr>
              <a:t>45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2121408"/>
            <a:ext cx="15910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alibri"/>
              </a:rPr>
              <a:t>normal goal finishes in 4–13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98448"/>
            <a:ext cx="181051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298448"/>
            <a:ext cx="1810512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1444752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2B50"/>
                </a:solidFill>
                <a:latin typeface="Calibri"/>
              </a:rPr>
              <a:t>RETURNING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1773936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Calibri"/>
              </a:rPr>
              <a:t>90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2121408"/>
            <a:ext cx="15910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alibri"/>
              </a:rPr>
              <a:t>capped by the remaining return budget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6" y="1298448"/>
            <a:ext cx="181051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1298448"/>
            <a:ext cx="1810512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72784" y="1444752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2B50"/>
                </a:solidFill>
                <a:latin typeface="Calibri"/>
              </a:rPr>
              <a:t>mission.return_budget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2784" y="1773936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Calibri"/>
              </a:rPr>
              <a:t>180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2784" y="2121408"/>
            <a:ext cx="15910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alibri"/>
              </a:rPr>
              <a:t>wall clock for the whole return phase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1298448"/>
            <a:ext cx="181051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2" y="1298448"/>
            <a:ext cx="1810512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1444752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2B50"/>
                </a:solidFill>
                <a:latin typeface="Calibri"/>
              </a:rPr>
              <a:t>progress_checker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1773936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Calibri"/>
              </a:rPr>
              <a:t>0.05 m / 90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121408"/>
            <a:ext cx="15910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alibri"/>
              </a:rPr>
              <a:t>abort when no progress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93808" y="1298448"/>
            <a:ext cx="1810512" cy="15361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93808" y="1298448"/>
            <a:ext cx="1810512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03536" y="1444752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42B50"/>
                </a:solidFill>
                <a:latin typeface="Calibri"/>
              </a:rPr>
              <a:t>charge wait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03536" y="1773936"/>
            <a:ext cx="159105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F6FB2"/>
                </a:solidFill>
                <a:latin typeface="Calibri"/>
              </a:rPr>
              <a:t>300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03536" y="2121408"/>
            <a:ext cx="159105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alibri"/>
              </a:rPr>
              <a:t>bounded; exits early if dock lost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2980944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B50"/>
                </a:solidFill>
                <a:latin typeface="Calibri"/>
              </a:rPr>
              <a:t>Result handling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310128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3310128"/>
            <a:ext cx="64008" cy="493776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310128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78F54"/>
                </a:solidFill>
                <a:latin typeface="Consolas"/>
              </a:rPr>
              <a:t>SUCCEEDED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84832" y="3310128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advance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3310128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3310128"/>
            <a:ext cx="64008" cy="493776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2272" y="3310128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7B1B"/>
                </a:solidFill>
                <a:latin typeface="Consolas"/>
              </a:rPr>
              <a:t>ABORTED err=102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15584" y="3310128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TF lag — settle 3 s, retry once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8432" y="3310128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28432" y="3310128"/>
            <a:ext cx="64008" cy="4937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93024" y="3310128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392B"/>
                </a:solidFill>
                <a:latin typeface="Consolas"/>
              </a:rPr>
              <a:t>ABORTED other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46336" y="3310128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planner proved it unreachable — skip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3877056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66928" y="3877056"/>
            <a:ext cx="64008" cy="493776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1520" y="3877056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7B1B"/>
                </a:solidFill>
                <a:latin typeface="Consolas"/>
              </a:rPr>
              <a:t>TIMEOUT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84832" y="3877056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revalidate, retry once, then skip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97680" y="3877056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97680" y="3877056"/>
            <a:ext cx="64008" cy="4937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62272" y="3877056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392B"/>
                </a:solidFill>
                <a:latin typeface="Consolas"/>
              </a:rPr>
              <a:t>NAV_SILENT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15584" y="3877056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MPPI frozen — skip immediately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28432" y="3877056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28432" y="3877056"/>
            <a:ext cx="64008" cy="493776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3024" y="3877056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07B1B"/>
                </a:solidFill>
                <a:latin typeface="Consolas"/>
              </a:rPr>
              <a:t>VEL_STALL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46336" y="3877056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settle, one retry, then skip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4443984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4443984"/>
            <a:ext cx="64008" cy="4937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4443984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392B"/>
                </a:solidFill>
                <a:latin typeface="Consolas"/>
              </a:rPr>
              <a:t>RETURN_BUDGET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084832" y="4443984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stop return attempts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297680" y="4443984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97680" y="4443984"/>
            <a:ext cx="64008" cy="49377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62272" y="4443984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C0392B"/>
                </a:solidFill>
                <a:latin typeface="Consolas"/>
              </a:rPr>
              <a:t>BATTERY_EMPTY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15584" y="4443984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abort mission cycle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28432" y="4443984"/>
            <a:ext cx="3584448" cy="4937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028432" y="4443984"/>
            <a:ext cx="64008" cy="493776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93024" y="4443984"/>
            <a:ext cx="132588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onsolas"/>
              </a:rPr>
              <a:t>CANCELED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546336" y="4443984"/>
            <a:ext cx="1975104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low-battery cancel → recharge cycle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No status reaches the loop without an explicit handler — that is what keeps a bad cell bounded instead of fatal.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Fault detectors &amp; watchdog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Three tiers: node timer, mission detectors, host supervisor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11/16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3712463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98448"/>
            <a:ext cx="3712463" cy="73152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444752"/>
            <a:ext cx="3291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6FB2"/>
                </a:solidFill>
                <a:latin typeface="Calibri"/>
              </a:rPr>
              <a:t>Tier 1 · in-node timer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28800"/>
            <a:ext cx="33101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42B50"/>
                </a:solidFill>
                <a:latin typeface="Consolas"/>
              </a:rPr>
              <a:t>create_timer(0.5, _watchdog_cb):
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42B50"/>
                </a:solidFill>
                <a:latin typeface="Calibri"/>
              </a:rPr>
              <a:t>• battery ≤ 40% → cancel_goal_async()
• battery ≤ 1% → hard cancel
• VEL_STALL → cancel
• return budget exceeded → cancel
</a:t>
            </a:r>
          </a:p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142B50"/>
                </a:solidFill>
                <a:latin typeface="Calibri"/>
              </a:rPr>
              <a:t>Runs while spin_until_future_complete() renders the node, so it fires even mid-action.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298448"/>
            <a:ext cx="3712463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5696" y="1298448"/>
            <a:ext cx="3712463" cy="73152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44752"/>
            <a:ext cx="3291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B1B"/>
                </a:solidFill>
                <a:latin typeface="Calibri"/>
              </a:rPr>
              <a:t>Tier 2 · mission detectors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1828800"/>
            <a:ext cx="331012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142B50"/>
                </a:solidFill>
                <a:latin typeface="Calibri"/>
              </a:rPr>
              <a:t>_nav_abort_reason(), polled at 100 ms:
</a:t>
            </a:r>
          </a:p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142B50"/>
                </a:solidFill>
                <a:latin typeface="Consolas"/>
              </a:rPr>
              <a:t>VEL_STALL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/cmd_vel_nav fresh and v ≥ 0.02, but /cmd_vel silent &gt; stall_hold (8 s) and robot still
</a:t>
            </a:r>
          </a:p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142B50"/>
                </a:solidFill>
                <a:latin typeface="Consolas"/>
              </a:rPr>
              <a:t>NAV_SILENT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controller alive but v,w &lt; 0.02 for ≥ 15 s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Reason strings are returned as the goal status itself.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84464" y="1298448"/>
            <a:ext cx="3346704" cy="4160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84464" y="1298448"/>
            <a:ext cx="3346704" cy="7315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444752"/>
            <a:ext cx="2926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Calibri"/>
              </a:rPr>
              <a:t>Tier 3 · host watchdog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828800"/>
            <a:ext cx="2944368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142B50"/>
                </a:solidFill>
                <a:latin typeface="Calibri"/>
              </a:rPr>
              <a:t>watchdog.sh, every 15 s: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• container down
• no mission log 180 s
• ≥4 stall lines / 100 s with no progress
• battery empty, not seated
• /cmd_vel_nav ≥ 2 Hz but /cmd_vel &lt; 1 Hz (twice)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Soft: dump + cancel_nav + bounce smoother/monitor. 2 in a row → full stack restart.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Escalation is deliberate: local cancel → bounce the two tail nodes → restart the container.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Docking: laser-guided creep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Laser sector in the base frame, three independent seat latches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532120" cy="20848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08176"/>
            <a:ext cx="5074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8F54"/>
                </a:solidFill>
                <a:latin typeface="Calibri"/>
              </a:rPr>
              <a:t>Front clearance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755648"/>
            <a:ext cx="5074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33D49"/>
                </a:solidFill>
                <a:latin typeface="Calibri"/>
              </a:rPr>
              <a:t>min range within ±creep.sector_deg (12°) of the forward ray; index from angle_min, not index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194560"/>
            <a:ext cx="5074920" cy="3657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2194560"/>
            <a:ext cx="54864" cy="365760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2194560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78F54"/>
                </a:solidFill>
                <a:latin typeface="Consolas"/>
              </a:rPr>
              <a:t>fwd &lt; 0.13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194560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creep.stop_range — geometric seat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2615184"/>
            <a:ext cx="5074920" cy="3657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" y="2615184"/>
            <a:ext cx="54864" cy="365760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2615184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07B1B"/>
                </a:solidFill>
                <a:latin typeface="Consolas"/>
              </a:rPr>
              <a:t>stall 2.5 s @ fwd &lt; 0.35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615184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odom speed &lt; 0.01 while pressed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3035808"/>
            <a:ext cx="5074920" cy="36576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" y="3035808"/>
            <a:ext cx="54864" cy="365760"/>
          </a:xfrm>
          <a:prstGeom prst="rect">
            <a:avLst/>
          </a:prstGeom>
          <a:solidFill>
            <a:srgbClr val="6B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035808"/>
            <a:ext cx="2651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6B4CA8"/>
                </a:solidFill>
                <a:latin typeface="Consolas"/>
              </a:rPr>
              <a:t>6 samples / 3 s, spread &lt; 0.05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9312" y="3035808"/>
            <a:ext cx="215798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flat-clearance window latch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298448"/>
            <a:ext cx="5340096" cy="20848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1408176"/>
            <a:ext cx="4882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6FB2"/>
                </a:solidFill>
                <a:latin typeface="Calibri"/>
              </a:rPr>
              <a:t>Parameters (namespace creep. / undock.)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28816" y="1773936"/>
            <a:ext cx="4882896" cy="2468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38544" y="1773936"/>
            <a:ext cx="2834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42B50"/>
                </a:solidFill>
                <a:latin typeface="Consolas"/>
              </a:rPr>
              <a:t>creep.speed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1773936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onsolas"/>
              </a:rPr>
              <a:t>0.04 m/s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28816" y="2048256"/>
            <a:ext cx="4882896" cy="2468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38544" y="2048256"/>
            <a:ext cx="2834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42B50"/>
                </a:solidFill>
                <a:latin typeface="Consolas"/>
              </a:rPr>
              <a:t>creep.timeout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048256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onsolas"/>
              </a:rPr>
              <a:t>30.0 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28816" y="2322576"/>
            <a:ext cx="4882896" cy="2468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2322576"/>
            <a:ext cx="2834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42B50"/>
                </a:solidFill>
                <a:latin typeface="Consolas"/>
              </a:rPr>
              <a:t>creep.max_attempts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322576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onsolas"/>
              </a:rPr>
              <a:t>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28816" y="2596896"/>
            <a:ext cx="4882896" cy="2468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8544" y="2596896"/>
            <a:ext cx="2834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42B50"/>
                </a:solidFill>
                <a:latin typeface="Consolas"/>
              </a:rPr>
              <a:t>undock.speed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596896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onsolas"/>
              </a:rPr>
              <a:t>−0.06 m/s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28816" y="2871216"/>
            <a:ext cx="4882896" cy="2468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38544" y="2871216"/>
            <a:ext cx="2834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42B50"/>
                </a:solidFill>
                <a:latin typeface="Consolas"/>
              </a:rPr>
              <a:t>undock.meters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2871216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onsolas"/>
              </a:rPr>
              <a:t>0.48 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28816" y="3145536"/>
            <a:ext cx="4882896" cy="24688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38544" y="3145536"/>
            <a:ext cx="283464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42B50"/>
                </a:solidFill>
                <a:latin typeface="Consolas"/>
              </a:rPr>
              <a:t>velocity_topic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3145536"/>
            <a:ext cx="182880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onsolas"/>
              </a:rPr>
              <a:t>/cmd_vel_nav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3529584"/>
            <a:ext cx="11064240" cy="1920240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" y="3639312"/>
            <a:ext cx="5029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Interface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" y="3968496"/>
            <a:ext cx="5230368" cy="1353312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4096512"/>
            <a:ext cx="486460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house_cleaner_msgs/CreepToDock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---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bool    seated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float32 front_clearance_m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std_srvs/Trigger  -&gt;  /undock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3639312"/>
            <a:ext cx="5212080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Reporting: /dock/seated (std_msgs/Bool) is published TRANSIENT_LOCAL so a late or restarted subscriber still learns the state.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Verification: undock integrates |v|·dt and requires ≥ 0.24 m. If it did not move, seated stays true — the backend can never claim to be charging in free space.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The creep is published to /cmd_vel_nav on purpose: the collision monitor stays the last-resort bumper during docking.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Safety chain &amp; collision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Why the stop polygon was removed and what replaced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13/16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53212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78F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08176"/>
            <a:ext cx="5074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78F54"/>
                </a:solidFill>
                <a:latin typeface="Calibri"/>
              </a:rPr>
              <a:t>Kept: PolygonSlow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755648"/>
            <a:ext cx="5074920" cy="1097280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47091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PolygonSlow: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type: polygon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action_type: limit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points: '[0.35,0.15],[0.35,-0.15],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        [0.12,-0.15],[0.12,0.15]'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speed_limit_pct: 45.0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26080"/>
            <a:ext cx="5074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D49"/>
                </a:solidFill>
                <a:latin typeface="Calibri"/>
              </a:rPr>
              <a:t>Limits speed to 45% inside a 0.12–0.35 m front quad. source_timeout: 3.0 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1298448"/>
            <a:ext cx="5340096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408176"/>
            <a:ext cx="4882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0392B"/>
                </a:solidFill>
                <a:latin typeface="Calibri"/>
              </a:rPr>
              <a:t>Removed: PolygonStop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755648"/>
            <a:ext cx="4882896" cy="1627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33D49"/>
                </a:solidFill>
                <a:latin typeface="Calibri"/>
              </a:rPr>
              <a:t>action_type: stop deadlocked the chain. While any scan point sits in the polygon the monitor forces output to zero, and after stop_pub_timeout it stops publishing entirely. Because the robot is stopped, the obstacle never leaves the polygon — so /cmd_vel stays silent forever and every later goal looks like VEL_STALL until the stack is restarted.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39312"/>
            <a:ext cx="11064240" cy="18105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 w="15875">
            <a:solidFill>
              <a:srgbClr val="C5D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749039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Smoother configuration (velocity_smoother)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4096512"/>
            <a:ext cx="345643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9651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2B50"/>
                </a:solidFill>
                <a:latin typeface="Consolas"/>
              </a:rPr>
              <a:t>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4096512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OPEN_LOOP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4096512"/>
            <a:ext cx="345643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409651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2B50"/>
                </a:solidFill>
                <a:latin typeface="Consolas"/>
              </a:rPr>
              <a:t>max_velocity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4096512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[0.65, 0.0, 2.5]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4096512"/>
            <a:ext cx="345643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4096512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2B50"/>
                </a:solidFill>
                <a:latin typeface="Consolas"/>
              </a:rPr>
              <a:t>max_accel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096512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[1.5, 0.0, 3.0]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" y="4663440"/>
            <a:ext cx="345643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66344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2B50"/>
                </a:solidFill>
                <a:latin typeface="Consolas"/>
              </a:rPr>
              <a:t>max_decel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4663440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[−2.0, 0.0, −3.5]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07408" y="4663440"/>
            <a:ext cx="345643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5424" y="466344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2B50"/>
                </a:solidFill>
                <a:latin typeface="Consolas"/>
              </a:rPr>
              <a:t>max_jerk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1344" y="4663440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[3.0, 0.0, 5.0]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4663440"/>
            <a:ext cx="3456432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663440"/>
            <a:ext cx="16459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42B50"/>
                </a:solidFill>
                <a:latin typeface="Consolas"/>
              </a:rPr>
              <a:t>cmd_vel_timeout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4663440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A6472"/>
                </a:solidFill>
                <a:latin typeface="Consolas"/>
              </a:rPr>
              <a:t>0.5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Lesson: a fail-safe that stops publishing is not fail-safe for the rest of the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Battery model &amp; energy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A rate model with hot-tunable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14/16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98448"/>
            <a:ext cx="553212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07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08176"/>
            <a:ext cx="5074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07B1B"/>
                </a:solidFill>
                <a:latin typeface="Calibri"/>
              </a:rPr>
              <a:t>Model (battery_sim, 0.2 s tick)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755648"/>
            <a:ext cx="5074920" cy="1645920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883664"/>
            <a:ext cx="4709160" cy="1389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if seated and charging and pct &lt; 100: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 pct += charge_rate * dt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elif not docked and speed &gt; 0.03: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>    pct -= drain_rate * dt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E6EDF6"/>
                </a:solidFill>
                <a:latin typeface="Consolas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FE3B0"/>
                </a:solidFill>
                <a:latin typeface="Consolas"/>
              </a:rPr>
              <a:t># speed from /odom (ground truth),</a:t>
            </a:r>
          </a:p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8FE3B0"/>
                </a:solidFill>
                <a:latin typeface="Consolas"/>
              </a:rPr>
              <a:t># /cmd_vel + /cmd_vel_smoothed as backups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298448"/>
            <a:ext cx="5340096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6F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1408176"/>
            <a:ext cx="488289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6FB2"/>
                </a:solidFill>
                <a:latin typeface="Calibri"/>
              </a:rPr>
              <a:t>Publishing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1755648"/>
            <a:ext cx="4882896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0">
                <a:solidFill>
                  <a:srgbClr val="142B50"/>
                </a:solidFill>
                <a:latin typeface="Consolas"/>
              </a:rPr>
              <a:t>/battery_state  sensor_msgs/BatteryState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percentage is a 0–1 fraction (ROS standard). Publishing 0–100 made a real 0.96% read as 96%, which exited the charge loop immediately.
</a:t>
            </a:r>
          </a:p>
          <a:p>
            <a:pPr algn="l">
              <a:lnSpc>
                <a:spcPct val="106000"/>
              </a:lnSpc>
            </a:pPr>
            <a:r>
              <a:rPr sz="1050" b="0" i="0">
                <a:solidFill>
                  <a:srgbClr val="142B50"/>
                </a:solidFill>
                <a:latin typeface="Calibri"/>
              </a:rPr>
              <a:t>voltage interpolated 10.0 → 12.6 V linearly with percentage.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639312"/>
            <a:ext cx="110642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B50"/>
                </a:solidFill>
                <a:latin typeface="Calibri"/>
              </a:rPr>
              <a:t>Thresholds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986784"/>
            <a:ext cx="181051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986784"/>
            <a:ext cx="1810512" cy="64008"/>
          </a:xfrm>
          <a:prstGeom prst="rect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114800"/>
            <a:ext cx="1627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07B1B"/>
                </a:solidFill>
                <a:latin typeface="Consolas"/>
              </a:rPr>
              <a:t>low_threshold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53712"/>
            <a:ext cx="16276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40 %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864608"/>
            <a:ext cx="16276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enter RETURNING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32304" y="3986784"/>
            <a:ext cx="181051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32304" y="3986784"/>
            <a:ext cx="1810512" cy="64008"/>
          </a:xfrm>
          <a:prstGeom prst="rect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23744" y="4114800"/>
            <a:ext cx="1627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78F54"/>
                </a:solidFill>
                <a:latin typeface="Consolas"/>
              </a:rPr>
              <a:t>charge_target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4553712"/>
            <a:ext cx="16276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95 %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4864608"/>
            <a:ext cx="16276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resume CLEANING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986784"/>
            <a:ext cx="181051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3986784"/>
            <a:ext cx="1810512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114800"/>
            <a:ext cx="1627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C0392B"/>
                </a:solidFill>
                <a:latin typeface="Consolas"/>
              </a:rPr>
              <a:t>critical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553712"/>
            <a:ext cx="16276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1 %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864608"/>
            <a:ext cx="16276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hard mission abort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3986784"/>
            <a:ext cx="181051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63056" y="3986784"/>
            <a:ext cx="1810512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4114800"/>
            <a:ext cx="1627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6FB2"/>
                </a:solidFill>
                <a:latin typeface="Consolas"/>
              </a:rPr>
              <a:t>drain_rate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54496" y="4553712"/>
            <a:ext cx="16276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0.20 %/s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4864608"/>
            <a:ext cx="16276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hot-tunable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2" y="3986784"/>
            <a:ext cx="181051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2" y="3986784"/>
            <a:ext cx="1810512" cy="6400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2" y="4114800"/>
            <a:ext cx="1627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F6FB2"/>
                </a:solidFill>
                <a:latin typeface="Consolas"/>
              </a:rPr>
              <a:t>charge_rate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4553712"/>
            <a:ext cx="16276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0.80 %/s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9872" y="4864608"/>
            <a:ext cx="16276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hot-tunable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93808" y="3986784"/>
            <a:ext cx="1810512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93808" y="3986784"/>
            <a:ext cx="1810512" cy="64008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85248" y="4114800"/>
            <a:ext cx="16276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5A6472"/>
                </a:solidFill>
                <a:latin typeface="Consolas"/>
              </a:rPr>
              <a:t>speed_threshold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5248" y="4553712"/>
            <a:ext cx="162763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0.03 m/s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85248" y="4864608"/>
            <a:ext cx="162763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A6472"/>
                </a:solidFill>
                <a:latin typeface="Calibri"/>
              </a:rPr>
              <a:t>motion gate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$ ros2 param set /battery drain_rate 4.0   # accelerate a demo; 0.20 to restore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9966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42B50"/>
                </a:solidFill>
                <a:latin typeface="Calibri"/>
              </a:rPr>
              <a:t>Operations: one command, eight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804672"/>
            <a:ext cx="106070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5A6472"/>
                </a:solidFill>
                <a:latin typeface="Calibri"/>
              </a:rPr>
              <a:t>Reproducible bring-up, deterministic teardown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345936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15/16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80160"/>
            <a:ext cx="5440680" cy="658368"/>
          </a:xfrm>
          <a:prstGeom prst="roundRect">
            <a:avLst>
              <a:gd name="adj" fmla="val 12000"/>
            </a:avLst>
          </a:prstGeom>
          <a:solidFill>
            <a:srgbClr val="0E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408176"/>
            <a:ext cx="50749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FE3B0"/>
                </a:solidFill>
                <a:latin typeface="Consolas"/>
              </a:rPr>
              <a:t>$ ./run_all.sh          # kill stale → launch → verify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FE3B0"/>
                </a:solidFill>
                <a:latin typeface="Consolas"/>
              </a:rPr>
              <a:t>$ ./run_all.sh --stop   # kill only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FE3B0"/>
                </a:solidFill>
                <a:latin typeface="Consolas"/>
              </a:rPr>
              <a:t>$ ./run_all.sh --verify   # checks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066543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2066543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66543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066543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container house_cleaner_&lt;distro&gt; is running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14599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514599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514599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2514599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gz-sim-main present (docker top)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962655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2962655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962655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" y="2962655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rviz2 present (docker top)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10711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6928" y="3410711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410711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3410711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log contains 'Nav2 lifecycle bringup complete'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858767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3858767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3858767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858767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Foxglove WebSocket upgrade returns HTTP 101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4306823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4306823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306823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" y="4306823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/battery_state publishes (ros2 topic echo --once)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754879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928" y="4754879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754879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" y="4754879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watchdog.sh running (pgrep)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202935"/>
            <a:ext cx="5440680" cy="384048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66928" y="5202935"/>
            <a:ext cx="292608" cy="384048"/>
          </a:xfrm>
          <a:prstGeom prst="roundRect">
            <a:avLst>
              <a:gd name="adj" fmla="val 12000"/>
            </a:avLst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202935"/>
            <a:ext cx="2926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" y="5202935"/>
            <a:ext cx="4937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monitor_loop.sh running (pgrep)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36208" y="1280160"/>
            <a:ext cx="5394960" cy="4480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3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55664" y="1389888"/>
            <a:ext cx="4937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42B50"/>
                </a:solidFill>
                <a:latin typeface="Calibri"/>
              </a:rPr>
              <a:t>Deployment facts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55664" y="175564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175564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Base image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67344" y="175564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ros:&lt;distro&gt;-ros-base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55664" y="225856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225856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Network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67344" y="225856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host — DDS discovery is multicast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55664" y="276148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276148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Workspace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67344" y="276148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src/ bind-mounted to /workspace/src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55664" y="326440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26440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GPU order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67344" y="326440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nvidia runtime → /dev/dri → llvmpipe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55664" y="376732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376732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Display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67344" y="376732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X11 preferred (RViz/Gazebo need GLX)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55664" y="427024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427024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Anti-flicker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67344" y="427024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vblank_mode=xpresent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55664" y="477316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477316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Log rotation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67344" y="477316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json-file, 50 MB × 5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55664" y="5276088"/>
            <a:ext cx="4956048" cy="43891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527608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F6FB2"/>
                </a:solidFill>
                <a:latin typeface="Calibri"/>
              </a:rPr>
              <a:t>Ports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67344" y="5276088"/>
            <a:ext cx="2871216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333D49"/>
                </a:solidFill>
                <a:latin typeface="Calibri"/>
              </a:rPr>
              <a:t>8765 (Foxglove WebSocket)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5888736"/>
            <a:ext cx="10497312" cy="530352"/>
          </a:xfrm>
          <a:prstGeom prst="roundRect">
            <a:avLst>
              <a:gd name="adj" fmla="val 12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" y="5888736"/>
            <a:ext cx="100584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42B50"/>
                </a:solidFill>
                <a:latin typeface="Calibri"/>
              </a:rPr>
              <a:t>Kill order matters: watchdog and monitor die BEFORE docker rm -f, or the watchdog relaunches the container being removed.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603504"/>
            <a:ext cx="1024128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Engineering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0120" y="1481328"/>
            <a:ext cx="10241280" cy="1188720"/>
          </a:xfrm>
          <a:prstGeom prst="roundRect">
            <a:avLst>
              <a:gd name="adj" fmla="val 12000"/>
            </a:avLst>
          </a:prstGeom>
          <a:solidFill>
            <a:srgbClr val="1D3A66"/>
          </a:solidFill>
          <a:ln w="15875">
            <a:solidFill>
              <a:srgbClr val="2E55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207008" y="1764792"/>
            <a:ext cx="621792" cy="621792"/>
          </a:xfrm>
          <a:prstGeom prst="ellipse">
            <a:avLst/>
          </a:prstGeom>
          <a:solidFill>
            <a:srgbClr val="178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764792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627632"/>
            <a:ext cx="8869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Contracts over 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103120"/>
            <a:ext cx="8869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6CBE6"/>
                </a:solidFill>
                <a:latin typeface="Calibri"/>
              </a:rPr>
              <a:t>Four interfaces (one action, one service, two topics) let the same supervisor drive a simulator or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816352"/>
            <a:ext cx="10241280" cy="1188720"/>
          </a:xfrm>
          <a:prstGeom prst="roundRect">
            <a:avLst>
              <a:gd name="adj" fmla="val 12000"/>
            </a:avLst>
          </a:prstGeom>
          <a:solidFill>
            <a:srgbClr val="1D3A66"/>
          </a:solidFill>
          <a:ln w="15875">
            <a:solidFill>
              <a:srgbClr val="2E55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7008" y="3099816"/>
            <a:ext cx="621792" cy="621792"/>
          </a:xfrm>
          <a:prstGeom prst="ellipse">
            <a:avLst/>
          </a:prstGeom>
          <a:solidFill>
            <a:srgbClr val="E07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099816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62656"/>
            <a:ext cx="8869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Every wait needs a bound and a verdict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438144"/>
            <a:ext cx="8869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6CBE6"/>
                </a:solidFill>
                <a:latin typeface="Calibri"/>
              </a:rPr>
              <a:t>Timeouts, detectors and a total-return budget turned unbounded stalls into 15–45 s skips.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4151376"/>
            <a:ext cx="10241280" cy="1188720"/>
          </a:xfrm>
          <a:prstGeom prst="roundRect">
            <a:avLst>
              <a:gd name="adj" fmla="val 12000"/>
            </a:avLst>
          </a:prstGeom>
          <a:solidFill>
            <a:srgbClr val="1D3A66"/>
          </a:solidFill>
          <a:ln w="15875">
            <a:solidFill>
              <a:srgbClr val="2E55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07008" y="4434840"/>
            <a:ext cx="621792" cy="62179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7008" y="4434840"/>
            <a:ext cx="62179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297680"/>
            <a:ext cx="886968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Measure, then 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773168"/>
            <a:ext cx="8869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B6CBE6"/>
                </a:solidFill>
                <a:latin typeface="Calibri"/>
              </a:rPr>
              <a:t>Tolerances, SLAM travel gates and watchdog hysteresis were all set from observed failures — not defaults.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41264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alibri"/>
              </a:rPr>
              <a:t>Full detail: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onsolas"/>
              </a:rPr>
              <a:t>DOCUMENTATION.md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alibri"/>
              </a:rPr>
              <a:t>  · 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onsolas"/>
              </a:rPr>
              <a:t>CONTEXT.md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alibri"/>
              </a:rPr>
              <a:t> (decision ledger)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94360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alibri"/>
              </a:rPr>
              <a:t>Code: 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onsolas"/>
              </a:rPr>
              <a:t>src/house_cleaner_mission/mission_supervisor.py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8FB4DC"/>
                </a:solidFill>
                <a:latin typeface="Calibri"/>
              </a:rPr>
              <a:t>  (1193 lines)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345936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8FB4DC"/>
                </a:solidFill>
                <a:latin typeface="Calibri"/>
              </a:rPr>
              <a:t>Questions welcome — happy to walk the code or run the stack live.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